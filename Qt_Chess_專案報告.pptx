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Qt Chess 專案報告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</a:defRPr>
            </a:pPr>
            <a:r>
              <a:t>功能完整的 Qt5 西洋棋遊戲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專案代號: Qt_11401_8 | 2026年1月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目錄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1. 專案概述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2. 核心功能特色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3. 技術架構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4. 遊戲模式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5. 進階功能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6. 開發亮點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7. 錯誤修復與改進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8. 測試與品質保證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9. 未來規劃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10. 總結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專案概述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• 使用 Qt5 開發的功能完整西洋棋遊戲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• 支援雙人對戰、AI 人機對弈和線上對戰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• 完整實現西洋棋規則和特殊走法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• 跨平台支援（Windows、Linux、macOS）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• 採用 C++17 標準開發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• 整合 Stockfish 西洋棋引擎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• 支援 WebSocket 即時連線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核心功能特色（一）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✓ 完整的西洋棋實現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所有棋子都具有正確的移動規則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國王、皇后、城堡、主教、騎士、兵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✓ 特殊走法支援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王車易位（王翼或后翼）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兵升變（可選擇升變棋子類型）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吃過路兵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✓ 回合制遊戲邏輯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白棋先走，雙方輪流下棋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完整的走法驗證機制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核心功能特色（二）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✓ 將軍與將死偵測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自動偵測國王是否被將軍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自動偵測將死和僵局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✓ 視覺化提示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選中棋子高亮顯示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有效移動位置標示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橙色表示普通移動，紅色表示吃子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✓ 音效系統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移動、吃子、王車易位音效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將軍、將死音效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可自訂音效設定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遊戲模式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🎮 雙人對弈模式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本地雙人對戰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支援棋盤翻轉功能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🤖 AI 人機對弈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整合 Stockfish 引擎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可調整難度等級（0-20）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自動棋盤翻轉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🌐 線上對戰模式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使用中央伺服器連線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簡單的房號系統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跨網路對弈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即時棋步同步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特殊遊戲模式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🌫️ 霧戰模式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只能看到自己棋子的移動範圍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增加遊戲策略性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🎲 骰子模式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每回合擲出3個棋子類型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必須移動指定類型的棋子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特殊將軍中斷規則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💣 踩地雷模式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地雷西洋棋變體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⚡ 其他模式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重力模式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傳送陣模式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技術架構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📐 架構設計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MVC 設計模式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Qt5 框架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C++17 標準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🔧 核心模組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ChessBoard: 棋盤邏輯和規則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ChessPiece: 棋子定義和移動驗證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ChessEngine: Stockfish 引擎整合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NetworkManager: WebSocket 網路連線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UpdateChecker: 自動更新檢查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🎨 UI 元件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Qt Designer UI 設計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自訂對話框和設定介面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進階功能（一）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⏱️ 時間控制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可選擇總時間（30秒至60分鐘）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每著加秒功能（0-60秒）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雙方計時器即時顯示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超時自動判負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📝 棋譜記錄與回放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自動記錄棋譜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PGN 格式匯出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完整回放功能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遊戲進行中也可回放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回放時計時器自動暫停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進階功能（二）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🎨 可自訂介面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棋盤顏色設定（7種預設方案）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棋子圖標設定（支援自訂圖片）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棋子大小調整（60%-100%）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棋盤翻轉功能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🔔 音效設定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為每種事件設定自訂音效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獨立音量控制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音效預覽功能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🔄 自動更新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啟動時自動檢查更新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手動檢查更新選項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版本比較和更新通知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開發亮點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✨ 創新功能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線上對戰使用中央伺服器，無需網路設定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霧戰模式增加遊戲趣味性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骰子模式的特殊將軍規則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遊戲進行中可回放歷史棋步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🎯 使用者體驗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簡潔直觀的使用者介面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完整的視覺化提示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詳細的操作指南文檔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支援多國語言（繁體中文）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🔧 技術實現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WebSocket 即時通訊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Stockfish 引擎整合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Qt5 跨平台支援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錯誤修復與改進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🔴 關鍵問題修復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陣列越界訪問保護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JSON 解析異常處理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對話框阻塞問題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骰子模式原子性消息處理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🟡 重要改進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骰子模式將軍檢查邏輯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伺服器同步機制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動態骰子顯示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認輸對話框問題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✅ 安全性提升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通過 CodeQL 安全掃描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邊界檢查增強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異常處理完善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測試與品質保證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✅ 功能測試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核心功能：棋盤初始化、棋子移動規則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特殊走法：王車易位、兵升變、吃過路兵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遊戲結束：將軍、將死、僵局偵測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進階功能：時間控制、音效、棋譜回放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✅ 安全審計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CodeQL 靜態分析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記憶體安全檢查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網路安全驗證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✅ 代碼審查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多次代碼審查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持續改進代碼品質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文檔完善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文檔系統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📚 使用者文檔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README.md - 專案概述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BUILDING.md - 建置指南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線上對戰初學者指南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各功能使用說明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📖 技術文檔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功能實現摘要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遊戲模式技術文檔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時間控制邏輯說明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回放功能說明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🔧 開發文檔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錯誤修復摘要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功能測試報告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安全審計報告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代碼審查摘要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專案統計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📊 代碼規模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主要程式語言：C++、Qt/QML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核心模組：23 個 C++ 檔案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文檔檔案：35+ 個 Markdown 檔案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🎯 功能數量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3 種基本遊戲模式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5+ 種特殊遊戲模式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10+ 項進階功能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7 種預設棋盤配色方案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🔧 技術特色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WebSocket 即時通訊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Stockfish 引擎整合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Qt5 跨平台框架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C++17 現代標準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未來規劃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🚀 功能擴展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更多遊戲模式變體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錦標賽模式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觀戰功能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聊天功能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🎨 介面優化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更多主題選項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3D 棋盤視覺效果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動畫效果增強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📱 平台擴展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行動裝置版本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Web 版本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雲端存檔功能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🤝 社群功能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排行榜系統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好友系統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對局分享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主要成就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🏆 技術成就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✓ 完整實現國際西洋棋規則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✓ 成功整合 Stockfish 引擎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✓ 建立穩定的線上對戰系統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✓ 通過安全審計和代碼審查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🎯 功能成就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✓ 支援多種遊戲模式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✓ 完善的自訂功能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✓ 優質的使用者體驗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✓ 完整的文檔系統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💡 創新成就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✓ 霧戰模式創新玩法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✓ 骰子模式特殊規則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✓ 遊戲中回放功能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  ✓ 簡易線上連線系統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技術挑戰與解決方案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⚠️ 挑戰：線上對戰網路設定複雜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✅ 解決：採用中央伺服器架構，無需 P2P 設定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⚠️ 挑戰：骰子模式將軍規則複雜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✅ 解決：設計特殊的將軍中斷機制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⚠️ 挑戰：遊戲進行中回放功能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✅ 解決：完善的狀態管理和計時器控制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⚠️ 挑戰：跨平台音效支援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✅ 解決：使用 Qt 多媒體框架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⚠️ 挑戰：記憶體安全問題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✅ 解決：增強邊界檢查和異常處理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經驗總結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📚 技術經驗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Qt 框架的跨平台開發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WebSocket 即時通訊實現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遊戲邏輯狀態管理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多執行緒程式設計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🎯 專案管理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功能優先級排序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持續整合和測試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完整的文檔維護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版本控制最佳實踐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💡 設計思維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使用者體驗優先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模組化設計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可擴展架構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安全性考量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總結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✨ Qt Chess 是一個功能完整、設計精良的西洋棋遊戲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🎮 核心優勢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完整的西洋棋規則實現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多種遊戲模式支援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優質的使用者體驗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跨平台支援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🚀 技術特色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使用 Qt5 和 C++17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整合 Stockfish 引擎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WebSocket 線上對戰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完善的安全機制</a:t>
            </a:r>
          </a:p>
          <a:p>
            <a:pPr>
              <a:defRPr sz="1600">
                <a:solidFill>
                  <a:srgbClr val="323232"/>
                </a:solidFill>
              </a:defRPr>
            </a:pP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📚 專案價值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學習 Qt 和遊戲開發的優秀範例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完整的文檔和測試</a:t>
            </a:r>
          </a:p>
          <a:p>
            <a:pPr lvl="1">
              <a:defRPr sz="1600">
                <a:solidFill>
                  <a:srgbClr val="323232"/>
                </a:solidFill>
              </a:defRPr>
            </a:pPr>
            <a:r>
              <a:t>  • 持續維護和改進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743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Q &amp; A</a:t>
            </a:r>
          </a:p>
          <a:p>
            <a:r>
              <a:t>問題與討論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感謝您的聆聽！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